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5" r:id="rId5"/>
    <p:sldId id="261" r:id="rId6"/>
    <p:sldId id="260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955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365760"/>
            <a:ext cx="2011680" cy="2011680"/>
          </a:xfrm>
          <a:prstGeom prst="ellipse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3474720"/>
            <a:ext cx="1371600" cy="1371600"/>
          </a:xfrm>
          <a:prstGeom prst="ellipse">
            <a:avLst/>
          </a:prstGeom>
          <a:solidFill>
            <a:srgbClr val="FF6B35">
              <a:alpha val="15000"/>
            </a:srgbClr>
          </a:solidFill>
          <a:ln w="12700">
            <a:solidFill>
              <a:srgbClr val="FF6B35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64592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UCS4001 · DBMS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ONLINE FOOD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DELIVERY SYSTEM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ABBD0"/>
                </a:solidFill>
              </a:rPr>
              <a:t>Database Management System Project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3200400"/>
            <a:ext cx="41148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401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Team Members: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7124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</a:rPr>
              <a:t>Vishal Mansuriya  ·  2410030220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9684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</a:rPr>
              <a:t>Amar Singh Yadav  ·  2410030145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224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</a:rPr>
              <a:t>Anurag  ·  2410030069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</a:rPr>
              <a:t>Siddhant  ·  25scs1003004724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</a:rPr>
              <a:t>Section: 2CSE10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23360" cy="356616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402336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📌  About The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3749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0D1B3E"/>
                </a:solidFill>
              </a:rPr>
              <a:t>The Online Food Delivery System is a relational database project designed to manage customer orders, restaurant information, food items, delivery services, and payment records.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D1B3E"/>
                </a:solidFill>
              </a:rPr>
              <a:t>This project demonstrates core DBMS concepts — tables, relationships, primary/foreign keys — applied to a real-world application scenario.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356616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402336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Key Objectives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1773936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746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Manage customer details &amp; profiles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2258568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2311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Store restaurant &amp; food item info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743200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2715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Record and track customer orders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3227832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Manage delivery personnel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3712464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3685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Store payment transaction records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4197096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4169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Apply real-world DBMS concepts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Online Food Delivery System  ·  DBMS Project  ·  Section 2CSE10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ENTITIES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51960" cy="100584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307592"/>
            <a:ext cx="658368" cy="65836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07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1216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CUSTOMER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554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</a:rPr>
              <a:t>customer_id (PK), name, email, phone, address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143000"/>
            <a:ext cx="64008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43000"/>
            <a:ext cx="4251960" cy="100584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18888" y="1307592"/>
            <a:ext cx="658368" cy="65836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307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🏪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577840" y="1216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RESTAURANT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1554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</a:rPr>
              <a:t>rest_id (PK), name, location, phone, rating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1143000"/>
            <a:ext cx="64008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31720"/>
            <a:ext cx="4251960" cy="100584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496312"/>
            <a:ext cx="658368" cy="65836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496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🍕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2404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FOOD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2743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</a:rPr>
              <a:t>food_id (PK), name, price, category, rest_id (FK)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331720"/>
            <a:ext cx="64008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331720"/>
            <a:ext cx="4251960" cy="100584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18888" y="2496312"/>
            <a:ext cx="658368" cy="65836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496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🧾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77840" y="2404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ORDER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7840" y="2743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</a:rPr>
              <a:t>order_id (PK), amount, date, status, customer_id (FK)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331720"/>
            <a:ext cx="64008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520440"/>
            <a:ext cx="4251960" cy="100584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" y="3685032"/>
            <a:ext cx="658368" cy="65836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6850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🚚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143000" y="3593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DELIVERY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3000" y="3931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</a:rPr>
              <a:t>delivery_id (PK), name, phone, vehicle, status, address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520440"/>
            <a:ext cx="64008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520440"/>
            <a:ext cx="4251960" cy="100584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18888" y="3685032"/>
            <a:ext cx="658368" cy="65836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36850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577840" y="3593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PAYMENT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77840" y="3931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</a:rPr>
              <a:t>payment_id (PK), method, amount, status, order_id (FK)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520440"/>
            <a:ext cx="64008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Online Food Delivery System  ·  DBMS Project  ·  Section 2CSE10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chemeClr val="accent2">
              <a:lumMod val="50000"/>
              <a:alpha val="12000"/>
            </a:schemeClr>
          </a:solidFill>
          <a:ln w="1270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468500"/>
            <a:ext cx="2286000" cy="228600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 DIAGRAM</a:t>
            </a: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10000"/>
                  </a:schemeClr>
                </a:solidFill>
              </a:rPr>
              <a:t>Entity Relationship Model — Online Food Delivery System</a:t>
            </a:r>
            <a:endParaRPr lang="en-US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841248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00063" y="2979296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86600" y="11887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00700" y="433425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788"/>
                </a:solidFill>
              </a:rPr>
              <a:t>Source: github.com/vishalmansuriya/DBMS-project</a:t>
            </a:r>
            <a:endParaRPr lang="en-US" sz="900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2C308D4D-8671-EB61-8482-15D4A05D5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621" y="1108842"/>
            <a:ext cx="6865959" cy="39728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SCHEMA &amp; SAMPLE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06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5212080" cy="3611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521208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📄  CREATE TABLE Statements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4983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Customer_mst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customer_id INT PRIMARY KEY,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name, email, phone, address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Order_mst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order_id INT PRIMARY KEY,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amount, date, status,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customer_id INT  -- FK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Payment_mst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payment_id INT PRIMARY KEY,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method, amount, status,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order_id INT  -- FK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1078992"/>
            <a:ext cx="3200400" cy="160020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1078992"/>
            <a:ext cx="320040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0789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🔢  Sample 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151790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Customer: Vishal · v@gmail.com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06440" y="179222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Restaurant: Pizza Hut · Delhi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06440" y="20665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Food: Pizza · ₹250 · Fast Food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06440" y="234086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Order: ₹250 · 2026-02-22 · Delivered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0" y="2834640"/>
            <a:ext cx="3200400" cy="1856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2834640"/>
            <a:ext cx="320040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🔐  Foreign Keys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06440" y="3310128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07608" y="3264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FOOD.rest_id → RESTAURANT.rest_id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06440" y="3712464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07608" y="3666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ORDER.customer_id → CUSTOMER.id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06440" y="4114800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07608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PAYMENT.order_id → ORDER.order_id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Source: github.com/vishalmansuriya/DBMS-project  ·  DBMS-Code.txt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RELATIONSHIPS &amp; CARDINALITIES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667512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64008" cy="6675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52728"/>
            <a:ext cx="713232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5272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 : 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11704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PLACES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146304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</a:rPr>
              <a:t>CUSTOMER  →  ORDER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0" y="1207008"/>
            <a:ext cx="5532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77"/>
                </a:solidFill>
              </a:rPr>
              <a:t>One customer can place multiple orders. Each order belongs to exactly one customer.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27248" y="1252728"/>
            <a:ext cx="36576" cy="40233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874520"/>
            <a:ext cx="8595360" cy="667512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874520"/>
            <a:ext cx="64008" cy="6675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713232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1168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 : 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98448" y="19293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PROVIDES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98448" y="22219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</a:rPr>
              <a:t>RESTAURANT  →  FOOD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0" y="1965960"/>
            <a:ext cx="5532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77"/>
                </a:solidFill>
              </a:rPr>
              <a:t>One restaurant can provide many food items. Each food item belongs to one restaurant.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27248" y="2011680"/>
            <a:ext cx="36576" cy="40233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633472"/>
            <a:ext cx="8595360" cy="667512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633472"/>
            <a:ext cx="64008" cy="6675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770632"/>
            <a:ext cx="71323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77063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 : 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98448" y="26883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CONTAINS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98448" y="29809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</a:rPr>
              <a:t>ORDER  →  FOOD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0" y="2724912"/>
            <a:ext cx="5532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77"/>
                </a:solidFill>
              </a:rPr>
              <a:t>One order can contain multiple food items. One food item can appear in multiple orders.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127248" y="2770632"/>
            <a:ext cx="36576" cy="40233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392424"/>
            <a:ext cx="8595360" cy="667512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392424"/>
            <a:ext cx="64008" cy="6675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529584"/>
            <a:ext cx="713232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52958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 : 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98448" y="34472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DELIVERED_BY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98448" y="373989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</a:rPr>
              <a:t>DELIVERY  →  ORDER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00400" y="3483864"/>
            <a:ext cx="5532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77"/>
                </a:solidFill>
              </a:rPr>
              <a:t>One delivery person can deliver many orders. Each order is delivered by one person.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127248" y="3529584"/>
            <a:ext cx="36576" cy="40233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151376"/>
            <a:ext cx="8595360" cy="667512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4151376"/>
            <a:ext cx="64008" cy="6675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288536"/>
            <a:ext cx="71323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28853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 : 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298448" y="4206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HAS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98448" y="449884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</a:rPr>
              <a:t>ORDER  →  PAYMENT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00400" y="4242816"/>
            <a:ext cx="5532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77"/>
                </a:solidFill>
              </a:rPr>
              <a:t>Each order has exactly one payment record. Each payment belongs to one order.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127248" y="4288536"/>
            <a:ext cx="36576" cy="40233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Online Food Delivery System  ·  DBMS Project  ·  Section 2CSE10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NORMALISATION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899AA"/>
                </a:solidFill>
              </a:rPr>
              <a:t>Eliminating Redundancy · Ensuring Data Integrity · Structuring Tables Efficiently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1168" y="1389888"/>
            <a:ext cx="2103120" cy="233172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389888"/>
            <a:ext cx="210312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1481328"/>
            <a:ext cx="749808" cy="74980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48132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1NF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1956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First Normal Form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" y="2249424"/>
            <a:ext cx="192024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3042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34466"/>
                </a:solidFill>
              </a:rPr>
              <a:t>Each column must contain atomic (indivisible) values. No repeating groups or arrays.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990088"/>
            <a:ext cx="1956816" cy="621792"/>
          </a:xfrm>
          <a:prstGeom prst="rect">
            <a:avLst/>
          </a:prstGeom>
          <a:solidFill>
            <a:srgbClr val="0D1B3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30175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 | name | phone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     | Vishal | 9876543210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(One phone per row — no comma lists)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414016" y="1389888"/>
            <a:ext cx="2103120" cy="233172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14016" y="1389888"/>
            <a:ext cx="210312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72384" y="1481328"/>
            <a:ext cx="749808" cy="74980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72384" y="148132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2NF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05456" y="1956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Second Normal Form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05456" y="2249424"/>
            <a:ext cx="192024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05456" y="23042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34466"/>
                </a:solidFill>
              </a:rPr>
              <a:t>Must be in 1NF. Every non-key attribute must be fully dependent on the entire primary key.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87168" y="2990088"/>
            <a:ext cx="1956816" cy="621792"/>
          </a:xfrm>
          <a:prstGeom prst="rect">
            <a:avLst/>
          </a:prstGeom>
          <a:solidFill>
            <a:srgbClr val="0D1B3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3744" y="30175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Order_Food table: (order_id, food_id) → quantity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Not: food_id → food_name (partial dependency removed)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26864" y="1389888"/>
            <a:ext cx="2103120" cy="233172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1389888"/>
            <a:ext cx="210312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5232" y="1481328"/>
            <a:ext cx="749808" cy="74980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148132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3NF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18304" y="1956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Third Normal Form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18304" y="2249424"/>
            <a:ext cx="192024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23042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34466"/>
                </a:solidFill>
              </a:rPr>
              <a:t>Must be in 2NF. No transitive dependencies — non-key columns depend only on the PK.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0016" y="2990088"/>
            <a:ext cx="1956816" cy="621792"/>
          </a:xfrm>
          <a:prstGeom prst="rect">
            <a:avLst/>
          </a:prstGeom>
          <a:solidFill>
            <a:srgbClr val="0D1B3E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30175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Remove: order_id → customer_id → customer_name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store customer_name in Customer_mst only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839712" y="1389888"/>
            <a:ext cx="2103120" cy="233172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39712" y="1389888"/>
            <a:ext cx="2103120" cy="5303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1481328"/>
            <a:ext cx="749808" cy="74980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148132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BCNF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31152" y="1956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Boyce-Codd NF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931152" y="2249424"/>
            <a:ext cx="192024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31152" y="23042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34466"/>
                </a:solidFill>
              </a:rPr>
              <a:t>Stronger version of 3NF. For every functional dependency X→Y, X must be a super key.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912864" y="2990088"/>
            <a:ext cx="1956816" cy="621792"/>
          </a:xfrm>
          <a:prstGeom prst="rect">
            <a:avLst/>
          </a:prstGeom>
          <a:solidFill>
            <a:srgbClr val="0D1B3E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30175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 table: rest_id → name, location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determinants are super keys ✔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01168" y="3822192"/>
            <a:ext cx="8759952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01168" y="3822192"/>
            <a:ext cx="64008" cy="8686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</a:rPr>
              <a:t>📌  Applied to this project: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415137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✔  Customer_mst, Restaurant_mst, Food_mst — all in 3NF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65760" y="44074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✔  Order_mst references customer_id (FK) — no customer name duplication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54880" y="415137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✔  Payment_mst references order_id (FK) — no order data repeated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754880" y="44074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✔  Food_mst references rest_id (FK) — no restaurant data repeated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Online Food Delivery System  ·  DBMS Project  ·  Section 2CSE10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8D8E8"/>
                </a:solidFill>
              </a:rPr>
              <a:t>The Online Food Delivery System ER model provides a clear representation of how different entities interact in a database environment. This project demonstrates database design, entity relationships, and real-world DBMS implementation.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1965960" cy="1874520"/>
          </a:xfrm>
          <a:prstGeom prst="rect">
            <a:avLst/>
          </a:prstGeom>
          <a:solidFill>
            <a:srgbClr val="162344"/>
          </a:solidFill>
          <a:ln w="12700">
            <a:solidFill>
              <a:srgbClr val="2A3D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20240"/>
            <a:ext cx="196596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057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26517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ER Modeling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0175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B"/>
                </a:solidFill>
              </a:rPr>
              <a:t>Entities, attributes &amp; relationships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1920240"/>
            <a:ext cx="1965960" cy="1874520"/>
          </a:xfrm>
          <a:prstGeom prst="rect">
            <a:avLst/>
          </a:prstGeom>
          <a:solidFill>
            <a:srgbClr val="162344"/>
          </a:solidFill>
          <a:ln w="12700">
            <a:solidFill>
              <a:srgbClr val="2A3D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920240"/>
            <a:ext cx="196596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057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68880" y="26517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Normalization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30175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B"/>
                </a:solidFill>
              </a:rPr>
              <a:t>Structured &amp; optimized schema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1920240"/>
            <a:ext cx="1965960" cy="1874520"/>
          </a:xfrm>
          <a:prstGeom prst="rect">
            <a:avLst/>
          </a:prstGeom>
          <a:solidFill>
            <a:srgbClr val="162344"/>
          </a:solidFill>
          <a:ln w="12700">
            <a:solidFill>
              <a:srgbClr val="2A3D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920240"/>
            <a:ext cx="196596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057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17720" y="26517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Keys &amp; Constraints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30175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B"/>
                </a:solidFill>
              </a:rPr>
              <a:t>PK / FK integrity enforced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1920240"/>
            <a:ext cx="1965960" cy="1874520"/>
          </a:xfrm>
          <a:prstGeom prst="rect">
            <a:avLst/>
          </a:prstGeom>
          <a:solidFill>
            <a:srgbClr val="162344"/>
          </a:solidFill>
          <a:ln w="12700">
            <a:solidFill>
              <a:srgbClr val="2A3D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920240"/>
            <a:ext cx="196596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057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766560" y="26517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Real-World Design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30175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B"/>
                </a:solidFill>
              </a:rPr>
              <a:t>Applied DBMS to food delivery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977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D0"/>
                </a:solidFill>
              </a:rPr>
              <a:t>👥  Vishal Mansuriya  ·  Amar Singh Yadav  ·  Anurag  ·  Siddhant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68880" y="4434840"/>
            <a:ext cx="420624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44348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🐙  github.com/vishalmansuriya/DBMS-project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937</Words>
  <Application>Microsoft Office PowerPoint</Application>
  <PresentationFormat>On-screen Show (16:9)</PresentationFormat>
  <Paragraphs>153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Food Delivery System - DBMS Project</dc:title>
  <dc:subject>PptxGenJS Presentation</dc:subject>
  <dc:creator>PptxGenJS</dc:creator>
  <cp:lastModifiedBy>Vishal Mansuriya</cp:lastModifiedBy>
  <cp:revision>2</cp:revision>
  <dcterms:created xsi:type="dcterms:W3CDTF">2026-04-26T04:21:43Z</dcterms:created>
  <dcterms:modified xsi:type="dcterms:W3CDTF">2026-04-26T06:35:40Z</dcterms:modified>
</cp:coreProperties>
</file>