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5" r:id="rId5"/>
    <p:sldId id="261" r:id="rId6"/>
    <p:sldId id="260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B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3" d="100"/>
          <a:sy n="123" d="100"/>
        </p:scale>
        <p:origin x="29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46955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-365760"/>
            <a:ext cx="2011680" cy="2011680"/>
          </a:xfrm>
          <a:prstGeom prst="ellipse">
            <a:avLst/>
          </a:prstGeom>
          <a:solidFill>
            <a:srgbClr val="FF6B35">
              <a:alpha val="25000"/>
            </a:srgbClr>
          </a:solidFill>
          <a:ln w="12700">
            <a:solidFill>
              <a:srgbClr val="FF6B35">
                <a:alpha val="2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321040" y="3474720"/>
            <a:ext cx="1371600" cy="1371600"/>
          </a:xfrm>
          <a:prstGeom prst="ellipse">
            <a:avLst/>
          </a:prstGeom>
          <a:solidFill>
            <a:srgbClr val="FF6B35">
              <a:alpha val="15000"/>
            </a:srgbClr>
          </a:solidFill>
          <a:ln w="12700">
            <a:solidFill>
              <a:srgbClr val="FF6B35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502920"/>
            <a:ext cx="1645920" cy="34747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5029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UCS4001 · DBMS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11480" y="100584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ONLINE FOOD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kern="0" spc="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 SYSTEM</a:t>
            </a:r>
            <a:endParaRPr lang="en-US" sz="5200" dirty="0"/>
          </a:p>
        </p:txBody>
      </p:sp>
      <p:sp>
        <p:nvSpPr>
          <p:cNvPr id="9" name="Text 7"/>
          <p:cNvSpPr/>
          <p:nvPr/>
        </p:nvSpPr>
        <p:spPr>
          <a:xfrm>
            <a:off x="41148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AABBD0"/>
                </a:solidFill>
              </a:rPr>
              <a:t>Database Management System Project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1480" y="3200400"/>
            <a:ext cx="411480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4015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</a:rPr>
              <a:t>Team Members: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71246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</a:rPr>
              <a:t>Vishal Mansuriya  ·  2410030220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3968496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</a:rPr>
              <a:t>Amar Singh Yadav  ·  2410030145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422452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</a:rPr>
              <a:t>Anurag  ·  2410030069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11480" y="44805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8D8E8"/>
                </a:solidFill>
              </a:rPr>
              <a:t>Siddhant  ·  25scs1003004724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858000" y="46634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8899AA"/>
                </a:solidFill>
              </a:rPr>
              <a:t>Section: 2CSE10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 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02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4023360" cy="356616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34440"/>
            <a:ext cx="4023360" cy="4114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📌  About The System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1737360"/>
            <a:ext cx="3749040" cy="2880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0D1B3E"/>
                </a:solidFill>
              </a:rPr>
              <a:t>The Online Food Delivery System is a relational database project designed to manage customer orders, restaurant information, food items, delivery services, and payment records.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0D1B3E"/>
                </a:solidFill>
              </a:rPr>
              <a:t>This project demonstrates core DBMS concepts — tables, relationships, primary/foreign keys — applied to a real-world application scenario.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4023360" cy="356616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234440"/>
            <a:ext cx="4023360" cy="4114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2344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🎯  Key Objectives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892040" y="1773936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166360" y="174650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Manage customer details &amp; profiles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92040" y="2258568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66360" y="2231136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Store restaurant &amp; food item info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892040" y="2743200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66360" y="2715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Record and track customer orders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92040" y="3227832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16636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Manage delivery personnel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892040" y="3712464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166360" y="36850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Store payment transaction records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92040" y="4197096"/>
            <a:ext cx="201168" cy="201168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66360" y="4169664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0D1B3E"/>
                </a:solidFill>
              </a:rPr>
              <a:t>Apply real-world DBMS concepts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Online Food Delivery System  ·  DBMS Project  ·  Section 2CSE10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ENTITIES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03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251960" cy="100584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307592"/>
            <a:ext cx="658368" cy="65836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07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1216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CUSTOMER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554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</a:rPr>
              <a:t>customer_id (PK), name, email, phone, address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143000"/>
            <a:ext cx="64008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09160" y="1143000"/>
            <a:ext cx="4251960" cy="100584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18888" y="1307592"/>
            <a:ext cx="658368" cy="65836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18888" y="130759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🏪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577840" y="1216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RESTAURANT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577840" y="1554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</a:rPr>
              <a:t>rest_id (PK), name, location, phone, rating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1143000"/>
            <a:ext cx="64008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2331720"/>
            <a:ext cx="4251960" cy="100584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84048" y="2496312"/>
            <a:ext cx="658368" cy="65836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2496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🍕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143000" y="2404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FOOD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2743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</a:rPr>
              <a:t>food_id (PK), name, price, category, rest_id (FK)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2331720"/>
            <a:ext cx="64008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09160" y="2331720"/>
            <a:ext cx="4251960" cy="100584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18888" y="2496312"/>
            <a:ext cx="658368" cy="65836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49631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🧾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5577840" y="240487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ORDER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577840" y="27432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</a:rPr>
              <a:t>order_id (PK), amount, date, status, customer_id (FK)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709160" y="2331720"/>
            <a:ext cx="64008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520440"/>
            <a:ext cx="4251960" cy="100584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84048" y="3685032"/>
            <a:ext cx="658368" cy="65836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4048" y="36850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🚚</a:t>
            </a:r>
            <a:endParaRPr lang="en-US" sz="2000" dirty="0"/>
          </a:p>
        </p:txBody>
      </p:sp>
      <p:sp>
        <p:nvSpPr>
          <p:cNvPr id="33" name="Text 31"/>
          <p:cNvSpPr/>
          <p:nvPr/>
        </p:nvSpPr>
        <p:spPr>
          <a:xfrm>
            <a:off x="1143000" y="3593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DELIVERY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143000" y="3931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</a:rPr>
              <a:t>delivery_id (PK), name, phone, vehicle, status, address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3520440"/>
            <a:ext cx="64008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3520440"/>
            <a:ext cx="4251960" cy="100584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818888" y="3685032"/>
            <a:ext cx="658368" cy="658368"/>
          </a:xfrm>
          <a:prstGeom prst="ellipse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368503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💳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577840" y="359359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3E"/>
                </a:solidFill>
              </a:rPr>
              <a:t>PAYMENT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577840" y="39319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445577"/>
                </a:solidFill>
              </a:rPr>
              <a:t>payment_id (PK), method, amount, status, order_id (FK)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709160" y="3520440"/>
            <a:ext cx="64008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Online Food Delivery System  ·  DBMS Project  ·  Section 2CSE10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solidFill>
            <a:schemeClr val="accent2">
              <a:lumMod val="50000"/>
              <a:alpha val="12000"/>
            </a:scheme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3468500"/>
            <a:ext cx="2286000" cy="228600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24128"/>
            <a:ext cx="841248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00063" y="2979296"/>
            <a:ext cx="1719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086600" y="1188720"/>
            <a:ext cx="1828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5600700" y="433425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750" dirty="0"/>
          </a:p>
        </p:txBody>
      </p:sp>
      <p:sp>
        <p:nvSpPr>
          <p:cNvPr id="62" name="Text 60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67788"/>
                </a:solidFill>
              </a:rPr>
              <a:t>Source: github.com/vishalmansuriya/DBMS-project</a:t>
            </a:r>
            <a:endParaRPr lang="en-US" sz="900" dirty="0"/>
          </a:p>
        </p:txBody>
      </p:sp>
      <p:pic>
        <p:nvPicPr>
          <p:cNvPr id="64" name="Picture 63">
            <a:extLst>
              <a:ext uri="{FF2B5EF4-FFF2-40B4-BE49-F238E27FC236}">
                <a16:creationId xmlns:a16="http://schemas.microsoft.com/office/drawing/2014/main" id="{2C308D4D-8671-EB61-8482-15D4A05D5B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78" y="1175790"/>
            <a:ext cx="7615023" cy="364688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E6AD266-97DE-9FD7-DB3C-B20BF2AB04E5}"/>
              </a:ext>
            </a:extLst>
          </p:cNvPr>
          <p:cNvSpPr txBox="1"/>
          <p:nvPr/>
        </p:nvSpPr>
        <p:spPr>
          <a:xfrm>
            <a:off x="0" y="-8930"/>
            <a:ext cx="9150220" cy="923330"/>
          </a:xfrm>
          <a:prstGeom prst="rect">
            <a:avLst/>
          </a:prstGeom>
          <a:solidFill>
            <a:srgbClr val="0D1B3E"/>
          </a:solidFill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365760" y="10972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kern="0" spc="200" dirty="0">
                <a:solidFill>
                  <a:schemeClr val="bg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ER DIAGRAM</a:t>
            </a:r>
            <a:endParaRPr lang="en-US" sz="3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6583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chemeClr val="bg1">
                    <a:lumMod val="95000"/>
                  </a:schemeClr>
                </a:solidFill>
              </a:rPr>
              <a:t>Entity Relationship Model — Online Food Delivery System</a:t>
            </a:r>
            <a:endParaRPr lang="en-US" sz="1200" dirty="0">
              <a:solidFill>
                <a:schemeClr val="bg1">
                  <a:lumMod val="95000"/>
                </a:schemeClr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SQL SCHEMA &amp; SAMPLE DATA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06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5212080" cy="36118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78992"/>
            <a:ext cx="521208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078992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</a:rPr>
              <a:t>📄  CREATE TABLE Statements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1536192"/>
            <a:ext cx="49834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Customer_mst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customer_id INT PRIMARY KEY,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name, email, phone, address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Order_mst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order_id INT PRIMARY KEY,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amount, date, status,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customer_id INT  -- FK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950" dirty="0"/>
          </a:p>
          <a:p>
            <a:pPr marL="0" indent="0">
              <a:buNone/>
            </a:pP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7DD3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Payment_mst (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payment_id INT PRIMARY KEY,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method, amount, status,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order_id INT  -- FK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669280" y="1078992"/>
            <a:ext cx="3200400" cy="160020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669280" y="1078992"/>
            <a:ext cx="3200400" cy="36576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078992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🔢  Sample Data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151790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Customer: Vishal · v@gmail.com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806440" y="179222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Restaurant: Pizza Hut · Delhi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806440" y="206654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Food: Pizza · ₹250 · Fast Food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806440" y="2340864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Order: ₹250 · 2026-02-22 · Delivered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669280" y="2834640"/>
            <a:ext cx="3200400" cy="1856232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669280" y="2834640"/>
            <a:ext cx="3200400" cy="36576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06440" y="28346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🔐  Foreign Keys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806440" y="3310128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007608" y="32644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FOOD.rest_id → RESTAURANT.rest_id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806440" y="3712464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007608" y="366674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ORDER.customer_id → CUSTOMER.id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806440" y="4114800"/>
            <a:ext cx="128016" cy="128016"/>
          </a:xfrm>
          <a:prstGeom prst="ellipse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007608" y="4069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3E"/>
                </a:solidFill>
              </a:rPr>
              <a:t>PAYMENT.order_id → ORDER.order_id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Source: github.com/vishalmansuriya/DBMS-project  ·  DBMS-Code.txt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RELATIONSHIPS &amp; CARDINALITIES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05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74320" y="1115568"/>
            <a:ext cx="8595360" cy="667512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15568"/>
            <a:ext cx="64008" cy="667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252728"/>
            <a:ext cx="713232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252728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 : 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98448" y="1170432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PLACES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98448" y="1463040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</a:rPr>
              <a:t>CUSTOMER  →  ORDER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3200400" y="1207008"/>
            <a:ext cx="5532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77"/>
                </a:solidFill>
              </a:rPr>
              <a:t>One customer can place multiple orders. Each order belongs to exactly one customer.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127248" y="1252728"/>
            <a:ext cx="36576" cy="40233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874520"/>
            <a:ext cx="8595360" cy="667512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1874520"/>
            <a:ext cx="64008" cy="667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011680"/>
            <a:ext cx="713232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2011680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 : M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298448" y="1929384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PROVIDES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298448" y="222199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</a:rPr>
              <a:t>RESTAURANT  →  FOOD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200400" y="1965960"/>
            <a:ext cx="5532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77"/>
                </a:solidFill>
              </a:rPr>
              <a:t>One restaurant can provide many food items. Each food item belongs to one restaurant.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127248" y="2011680"/>
            <a:ext cx="36576" cy="40233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633472"/>
            <a:ext cx="8595360" cy="667512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2633472"/>
            <a:ext cx="64008" cy="667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2770632"/>
            <a:ext cx="713232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2770632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M : 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298448" y="2688336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CONTAINS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298448" y="2980944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</a:rPr>
              <a:t>ORDER  →  FOOD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200400" y="2724912"/>
            <a:ext cx="5532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77"/>
                </a:solidFill>
              </a:rPr>
              <a:t>One order can contain multiple food items. One food item can appear in multiple orders.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127248" y="2770632"/>
            <a:ext cx="36576" cy="40233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392424"/>
            <a:ext cx="8595360" cy="667512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" y="3392424"/>
            <a:ext cx="64008" cy="667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3529584"/>
            <a:ext cx="713232" cy="3474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529584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 : 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298448" y="3447288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DELIVERED_BY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298448" y="373989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</a:rPr>
              <a:t>DELIVERY  →  ORDER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200400" y="3483864"/>
            <a:ext cx="5532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77"/>
                </a:solidFill>
              </a:rPr>
              <a:t>One delivery person can deliver many orders. Each order is delivered by one person.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3127248" y="3529584"/>
            <a:ext cx="36576" cy="40233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74320" y="4151376"/>
            <a:ext cx="8595360" cy="667512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274320" y="4151376"/>
            <a:ext cx="64008" cy="66751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57200" y="4288536"/>
            <a:ext cx="713232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" y="4288536"/>
            <a:ext cx="7132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 : 1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1298448" y="420624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3E"/>
                </a:solidFill>
              </a:rPr>
              <a:t>HAS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298448" y="4498848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6B35"/>
                </a:solidFill>
              </a:rPr>
              <a:t>ORDER  →  PAYMENT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3200400" y="4242816"/>
            <a:ext cx="5532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45577"/>
                </a:solidFill>
              </a:rPr>
              <a:t>Each order has exactly one payment record. Each payment belongs to one order.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127248" y="4288536"/>
            <a:ext cx="36576" cy="402336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Online Food Delivery System  ·  DBMS Project  ·  Section 2CSE10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kern="0" spc="1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NORMALISATION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0" y="0"/>
            <a:ext cx="1097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07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365760" y="102412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8899AA"/>
                </a:solidFill>
              </a:rPr>
              <a:t>Eliminating Redundancy · Ensuring Data Integrity · Structuring Tables Efficiently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01168" y="1389888"/>
            <a:ext cx="2103120" cy="233172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01168" y="1389888"/>
            <a:ext cx="2103120" cy="5303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9536" y="1481328"/>
            <a:ext cx="749808" cy="74980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48132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1NF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92608" y="1956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First Normal Form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2608" y="2249424"/>
            <a:ext cx="192024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2608" y="23042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34466"/>
                </a:solidFill>
              </a:rPr>
              <a:t>Each column must contain atomic (indivisible) values. No repeating groups or arrays.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4320" y="2990088"/>
            <a:ext cx="1956816" cy="621792"/>
          </a:xfrm>
          <a:prstGeom prst="rect">
            <a:avLst/>
          </a:prstGeom>
          <a:solidFill>
            <a:srgbClr val="0D1B3E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0896" y="30175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customer_id | name | phone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          | Vishal | 9876543210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(One phone per row — no comma lists)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2414016" y="1389888"/>
            <a:ext cx="2103120" cy="233172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14016" y="1389888"/>
            <a:ext cx="2103120" cy="5303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072384" y="1481328"/>
            <a:ext cx="749808" cy="74980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72384" y="148132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2NF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505456" y="1956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Second Normal Form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2505456" y="2249424"/>
            <a:ext cx="192024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05456" y="23042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34466"/>
                </a:solidFill>
              </a:rPr>
              <a:t>Must be in 1NF. Every non-key attribute must be fully dependent on the entire primary key.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487168" y="2990088"/>
            <a:ext cx="1956816" cy="621792"/>
          </a:xfrm>
          <a:prstGeom prst="rect">
            <a:avLst/>
          </a:prstGeom>
          <a:solidFill>
            <a:srgbClr val="0D1B3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523744" y="30175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Order_Food table: (order_id, food_id) → quantity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Not: food_id → food_name (partial dependency removed)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626864" y="1389888"/>
            <a:ext cx="2103120" cy="233172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26864" y="1389888"/>
            <a:ext cx="2103120" cy="530352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285232" y="1481328"/>
            <a:ext cx="749808" cy="74980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85232" y="148132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3NF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18304" y="1956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Third Normal Form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18304" y="2249424"/>
            <a:ext cx="192024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18304" y="23042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34466"/>
                </a:solidFill>
              </a:rPr>
              <a:t>Must be in 2NF. No transitive dependencies — non-key columns depend only on the PK.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700016" y="2990088"/>
            <a:ext cx="1956816" cy="621792"/>
          </a:xfrm>
          <a:prstGeom prst="rect">
            <a:avLst/>
          </a:prstGeom>
          <a:solidFill>
            <a:srgbClr val="0D1B3E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36592" y="30175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Remove: order_id → customer_id → customer_name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Fix: store customer_name in Customer_mst only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6839712" y="1389888"/>
            <a:ext cx="2103120" cy="2331720"/>
          </a:xfrm>
          <a:prstGeom prst="rect">
            <a:avLst/>
          </a:prstGeom>
          <a:solidFill>
            <a:srgbClr val="F0F4FA"/>
          </a:solidFill>
          <a:ln w="12700">
            <a:solidFill>
              <a:srgbClr val="E8EDF5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839712" y="1389888"/>
            <a:ext cx="2103120" cy="530352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498080" y="1481328"/>
            <a:ext cx="749808" cy="749808"/>
          </a:xfrm>
          <a:prstGeom prst="ellipse">
            <a:avLst/>
          </a:prstGeom>
          <a:solidFill>
            <a:srgbClr val="FFFFFF">
              <a:alpha val="80000"/>
            </a:srgbClr>
          </a:solidFill>
          <a:ln w="12700">
            <a:solidFill>
              <a:srgbClr val="FFFFFF">
                <a:alpha val="8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98080" y="1481328"/>
            <a:ext cx="74980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BCNF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6931152" y="195681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0D1B3E"/>
                </a:solidFill>
              </a:rPr>
              <a:t>Boyce-Codd NF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6931152" y="2249424"/>
            <a:ext cx="1920240" cy="27432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31152" y="2304288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50" dirty="0">
                <a:solidFill>
                  <a:srgbClr val="334466"/>
                </a:solidFill>
              </a:rPr>
              <a:t>Stronger version of 3NF. For every functional dependency X→Y, X must be a super key.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912864" y="2990088"/>
            <a:ext cx="1956816" cy="621792"/>
          </a:xfrm>
          <a:prstGeom prst="rect">
            <a:avLst/>
          </a:prstGeom>
          <a:solidFill>
            <a:srgbClr val="0D1B3E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949440" y="3017520"/>
            <a:ext cx="18836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Restaurant table: rest_id → name, location</a:t>
            </a:r>
            <a:endParaRPr lang="en-US" sz="700" dirty="0"/>
          </a:p>
          <a:p>
            <a:pPr marL="0" indent="0">
              <a:buNone/>
            </a:pPr>
            <a:r>
              <a:rPr lang="en-US" sz="700" dirty="0">
                <a:solidFill>
                  <a:srgbClr val="A8D8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 determinants are super keys ✔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201168" y="3822192"/>
            <a:ext cx="8759952" cy="8686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201168" y="3822192"/>
            <a:ext cx="64008" cy="868680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5760" y="385876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6B35"/>
                </a:solidFill>
              </a:rPr>
              <a:t>📌  Applied to this project: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65760" y="415137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✔  Customer_mst, Restaurant_mst, Food_mst — all in 3NF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365760" y="44074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✔  Order_mst references customer_id (FK) — no customer name duplication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754880" y="415137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✔  Payment_mst references order_id (FK) — no order data repeated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4754880" y="4407408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C8D8E8"/>
                </a:solidFill>
              </a:rPr>
              <a:t>✔  Food_mst references rest_id (FK) — no restaurant data repeated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8EDF5"/>
          </a:solidFill>
          <a:ln w="12700">
            <a:solidFill>
              <a:srgbClr val="E8EDF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</a:rPr>
              <a:t>Online Food Delivery System  ·  DBMS Project  ·  Section 2CSE10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731520" y="-731520"/>
            <a:ext cx="3657600" cy="3657600"/>
          </a:xfrm>
          <a:prstGeom prst="ellipse">
            <a:avLst/>
          </a:prstGeom>
          <a:solidFill>
            <a:srgbClr val="FF6B35">
              <a:alpha val="12000"/>
            </a:srgbClr>
          </a:solidFill>
          <a:ln w="12700">
            <a:solidFill>
              <a:srgbClr val="FF6B35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3200400"/>
            <a:ext cx="2743200" cy="27432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200" dirty="0">
                <a:solidFill>
                  <a:srgbClr val="FF6B35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CONCLUSION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241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C8D8E8"/>
                </a:solidFill>
              </a:rPr>
              <a:t>The Online Food Delivery System ER model provides a clear representation of how different entities interact in a database environment. This project demonstrates database design, entity relationships, and real-world DBMS implementation.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20040" y="1920240"/>
            <a:ext cx="1965960" cy="1874520"/>
          </a:xfrm>
          <a:prstGeom prst="rect">
            <a:avLst/>
          </a:prstGeom>
          <a:solidFill>
            <a:srgbClr val="162344"/>
          </a:solidFill>
          <a:ln w="12700">
            <a:solidFill>
              <a:srgbClr val="2A3D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920240"/>
            <a:ext cx="196596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2057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🗂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20040" y="26517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ER Modeling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0175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B"/>
                </a:solidFill>
              </a:rPr>
              <a:t>Entities, attributes &amp; relationships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1920240"/>
            <a:ext cx="1965960" cy="1874520"/>
          </a:xfrm>
          <a:prstGeom prst="rect">
            <a:avLst/>
          </a:prstGeom>
          <a:solidFill>
            <a:srgbClr val="162344"/>
          </a:solidFill>
          <a:ln w="12700">
            <a:solidFill>
              <a:srgbClr val="2A3D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68880" y="1920240"/>
            <a:ext cx="196596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68880" y="2057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🔗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468880" y="26517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Normalization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468880" y="30175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B"/>
                </a:solidFill>
              </a:rPr>
              <a:t>Structured &amp; optimized schema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17720" y="1920240"/>
            <a:ext cx="1965960" cy="1874520"/>
          </a:xfrm>
          <a:prstGeom prst="rect">
            <a:avLst/>
          </a:prstGeom>
          <a:solidFill>
            <a:srgbClr val="162344"/>
          </a:solidFill>
          <a:ln w="12700">
            <a:solidFill>
              <a:srgbClr val="2A3D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17720" y="1920240"/>
            <a:ext cx="196596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7720" y="2057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🔑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617720" y="26517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Keys &amp; Constraints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617720" y="30175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B"/>
                </a:solidFill>
              </a:rPr>
              <a:t>PK / FK integrity enforced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766560" y="1920240"/>
            <a:ext cx="1965960" cy="1874520"/>
          </a:xfrm>
          <a:prstGeom prst="rect">
            <a:avLst/>
          </a:prstGeom>
          <a:solidFill>
            <a:srgbClr val="162344"/>
          </a:solidFill>
          <a:ln w="12700">
            <a:solidFill>
              <a:srgbClr val="2A3D6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66560" y="1920240"/>
            <a:ext cx="1965960" cy="10972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766560" y="2057400"/>
            <a:ext cx="1965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💡</a:t>
            </a:r>
            <a:endParaRPr lang="en-US" sz="2800" dirty="0"/>
          </a:p>
        </p:txBody>
      </p:sp>
      <p:sp>
        <p:nvSpPr>
          <p:cNvPr id="25" name="Text 23"/>
          <p:cNvSpPr/>
          <p:nvPr/>
        </p:nvSpPr>
        <p:spPr>
          <a:xfrm>
            <a:off x="6766560" y="2651760"/>
            <a:ext cx="1965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Real-World Design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66560" y="3017520"/>
            <a:ext cx="1965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899BB"/>
                </a:solidFill>
              </a:rPr>
              <a:t>Applied DBMS to food delivery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65760" y="39776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ABBD0"/>
                </a:solidFill>
              </a:rPr>
              <a:t>👥  Vishal Mansuriya  ·  Amar Singh Yadav  ·  Anurag  ·  Siddhant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68880" y="4434840"/>
            <a:ext cx="4206240" cy="384048"/>
          </a:xfrm>
          <a:prstGeom prst="rect">
            <a:avLst/>
          </a:prstGeom>
          <a:solidFill>
            <a:srgbClr val="FF6B35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468880" y="443484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🐙  github.com/vishalmansuriya/DBMS-project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937</Words>
  <Application>Microsoft Office PowerPoint</Application>
  <PresentationFormat>On-screen Show (16:9)</PresentationFormat>
  <Paragraphs>154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Arial Black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 Food Delivery System - DBMS Project</dc:title>
  <dc:subject>PptxGenJS Presentation</dc:subject>
  <dc:creator>PptxGenJS</dc:creator>
  <cp:lastModifiedBy>Vishal Mansuriya</cp:lastModifiedBy>
  <cp:revision>3</cp:revision>
  <dcterms:created xsi:type="dcterms:W3CDTF">2026-04-26T04:21:43Z</dcterms:created>
  <dcterms:modified xsi:type="dcterms:W3CDTF">2026-04-26T06:49:31Z</dcterms:modified>
</cp:coreProperties>
</file>